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  <p:sldMasterId id="2147483665" r:id="rId2"/>
  </p:sldMasterIdLst>
  <p:notesMasterIdLst>
    <p:notesMasterId r:id="rId8"/>
  </p:notesMasterIdLst>
  <p:sldIdLst>
    <p:sldId id="276" r:id="rId3"/>
    <p:sldId id="257" r:id="rId4"/>
    <p:sldId id="258" r:id="rId5"/>
    <p:sldId id="260" r:id="rId6"/>
    <p:sldId id="277" r:id="rId7"/>
  </p:sldIdLst>
  <p:sldSz cx="9144000" cy="5143500" type="screen16x9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Medium" panose="020B0604020202020204" charset="0"/>
      <p:regular r:id="rId21"/>
      <p:bold r:id="rId22"/>
      <p:italic r:id="rId23"/>
      <p:boldItalic r:id="rId24"/>
    </p:embeddedFont>
    <p:embeddedFont>
      <p:font typeface="Open Sans SemiBold" panose="020B0706030804020204" pitchFamily="34" charset="0"/>
      <p:bold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B6760-0EB4-4B41-9C52-91BBD0FFA6C9}" v="4" dt="2026-03-07T09:28:16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44" y="120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microsoft.com/office/2016/11/relationships/changesInfo" Target="changesInfos/changesInfo1.xml"/><Relationship Id="rId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CADAIR Mohamed INNOV/NET" userId="2acbca90-6db1-4111-98c4-832797dda751" providerId="ADAL" clId="{4F93B282-C25B-41D9-9F46-D8A159C0F759}"/>
    <pc:docChg chg="custSel addSld modSld">
      <pc:chgData name="BOUCADAIR Mohamed INNOV/NET" userId="2acbca90-6db1-4111-98c4-832797dda751" providerId="ADAL" clId="{4F93B282-C25B-41D9-9F46-D8A159C0F759}" dt="2025-11-06T17:13:42.915" v="209" actId="1076"/>
      <pc:docMkLst>
        <pc:docMk/>
      </pc:docMkLst>
      <pc:sldChg chg="addSp delSp modSp mod">
        <pc:chgData name="BOUCADAIR Mohamed INNOV/NET" userId="2acbca90-6db1-4111-98c4-832797dda751" providerId="ADAL" clId="{4F93B282-C25B-41D9-9F46-D8A159C0F759}" dt="2025-11-06T17:13:42.915" v="209" actId="1076"/>
        <pc:sldMkLst>
          <pc:docMk/>
          <pc:sldMk cId="4281018982" sldId="260"/>
        </pc:sldMkLst>
      </pc:sldChg>
      <pc:sldChg chg="modSp mod">
        <pc:chgData name="BOUCADAIR Mohamed INNOV/NET" userId="2acbca90-6db1-4111-98c4-832797dda751" providerId="ADAL" clId="{4F93B282-C25B-41D9-9F46-D8A159C0F759}" dt="2025-10-30T11:36:47.682" v="58" actId="20577"/>
        <pc:sldMkLst>
          <pc:docMk/>
          <pc:sldMk cId="0" sldId="276"/>
        </pc:sldMkLst>
      </pc:sldChg>
      <pc:sldChg chg="addSp delSp modSp new mod">
        <pc:chgData name="BOUCADAIR Mohamed INNOV/NET" userId="2acbca90-6db1-4111-98c4-832797dda751" providerId="ADAL" clId="{4F93B282-C25B-41D9-9F46-D8A159C0F759}" dt="2025-11-06T13:03:29.978" v="204" actId="20577"/>
        <pc:sldMkLst>
          <pc:docMk/>
          <pc:sldMk cId="1532505644" sldId="277"/>
        </pc:sldMkLst>
      </pc:sldChg>
    </pc:docChg>
  </pc:docChgLst>
  <pc:docChgLst>
    <pc:chgData name="BOUCADAIR Mohamed INNOV/NET" userId="2acbca90-6db1-4111-98c4-832797dda751" providerId="ADAL" clId="{A64BD271-A47C-4266-84F7-4325E25623CE}"/>
    <pc:docChg chg="undo custSel mod modSld modMainMaster">
      <pc:chgData name="BOUCADAIR Mohamed INNOV/NET" userId="2acbca90-6db1-4111-98c4-832797dda751" providerId="ADAL" clId="{A64BD271-A47C-4266-84F7-4325E25623CE}" dt="2026-03-09T10:12:41.939" v="1040" actId="1076"/>
      <pc:docMkLst>
        <pc:docMk/>
      </pc:docMkLst>
      <pc:sldChg chg="modSp mod">
        <pc:chgData name="BOUCADAIR Mohamed INNOV/NET" userId="2acbca90-6db1-4111-98c4-832797dda751" providerId="ADAL" clId="{A64BD271-A47C-4266-84F7-4325E25623CE}" dt="2026-03-07T09:25:07.366" v="0" actId="20577"/>
        <pc:sldMkLst>
          <pc:docMk/>
          <pc:sldMk cId="0" sldId="258"/>
        </pc:sldMkLst>
        <pc:spChg chg="mod">
          <ac:chgData name="BOUCADAIR Mohamed INNOV/NET" userId="2acbca90-6db1-4111-98c4-832797dda751" providerId="ADAL" clId="{A64BD271-A47C-4266-84F7-4325E25623CE}" dt="2026-03-07T09:25:07.366" v="0" actId="20577"/>
          <ac:spMkLst>
            <pc:docMk/>
            <pc:sldMk cId="0" sldId="258"/>
            <ac:spMk id="114" creationId="{00000000-0000-0000-0000-000000000000}"/>
          </ac:spMkLst>
        </pc:spChg>
      </pc:sldChg>
      <pc:sldChg chg="addSp delSp modSp mod">
        <pc:chgData name="BOUCADAIR Mohamed INNOV/NET" userId="2acbca90-6db1-4111-98c4-832797dda751" providerId="ADAL" clId="{A64BD271-A47C-4266-84F7-4325E25623CE}" dt="2026-03-09T10:12:41.939" v="1040" actId="1076"/>
        <pc:sldMkLst>
          <pc:docMk/>
          <pc:sldMk cId="4281018982" sldId="260"/>
        </pc:sldMkLst>
        <pc:picChg chg="add mod">
          <ac:chgData name="BOUCADAIR Mohamed INNOV/NET" userId="2acbca90-6db1-4111-98c4-832797dda751" providerId="ADAL" clId="{A64BD271-A47C-4266-84F7-4325E25623CE}" dt="2026-03-09T10:12:41.939" v="1040" actId="1076"/>
          <ac:picMkLst>
            <pc:docMk/>
            <pc:sldMk cId="4281018982" sldId="260"/>
            <ac:picMk id="5" creationId="{90A88ECC-0E4D-675D-4C74-1501730365CC}"/>
          </ac:picMkLst>
        </pc:picChg>
        <pc:picChg chg="add del mod">
          <ac:chgData name="BOUCADAIR Mohamed INNOV/NET" userId="2acbca90-6db1-4111-98c4-832797dda751" providerId="ADAL" clId="{A64BD271-A47C-4266-84F7-4325E25623CE}" dt="2026-03-09T10:12:36.343" v="1038" actId="478"/>
          <ac:picMkLst>
            <pc:docMk/>
            <pc:sldMk cId="4281018982" sldId="260"/>
            <ac:picMk id="6" creationId="{74AC3695-B9BE-6FC5-5342-9F0B450A0B86}"/>
          </ac:picMkLst>
        </pc:picChg>
      </pc:sldChg>
      <pc:sldChg chg="modSp mod">
        <pc:chgData name="BOUCADAIR Mohamed INNOV/NET" userId="2acbca90-6db1-4111-98c4-832797dda751" providerId="ADAL" clId="{A64BD271-A47C-4266-84F7-4325E25623CE}" dt="2026-03-09T10:12:33.049" v="1037" actId="20577"/>
        <pc:sldMkLst>
          <pc:docMk/>
          <pc:sldMk cId="0" sldId="276"/>
        </pc:sldMkLst>
        <pc:spChg chg="mod">
          <ac:chgData name="BOUCADAIR Mohamed INNOV/NET" userId="2acbca90-6db1-4111-98c4-832797dda751" providerId="ADAL" clId="{A64BD271-A47C-4266-84F7-4325E25623CE}" dt="2026-03-09T10:12:33.049" v="1037" actId="20577"/>
          <ac:spMkLst>
            <pc:docMk/>
            <pc:sldMk cId="0" sldId="276"/>
            <ac:spMk id="100" creationId="{00000000-0000-0000-0000-000000000000}"/>
          </ac:spMkLst>
        </pc:spChg>
        <pc:spChg chg="mod">
          <ac:chgData name="BOUCADAIR Mohamed INNOV/NET" userId="2acbca90-6db1-4111-98c4-832797dda751" providerId="ADAL" clId="{A64BD271-A47C-4266-84F7-4325E25623CE}" dt="2026-03-07T09:26:08.375" v="50" actId="20577"/>
          <ac:spMkLst>
            <pc:docMk/>
            <pc:sldMk cId="0" sldId="276"/>
            <ac:spMk id="101" creationId="{00000000-0000-0000-0000-000000000000}"/>
          </ac:spMkLst>
        </pc:spChg>
      </pc:sldChg>
      <pc:sldChg chg="addSp delSp modSp mod">
        <pc:chgData name="BOUCADAIR Mohamed INNOV/NET" userId="2acbca90-6db1-4111-98c4-832797dda751" providerId="ADAL" clId="{A64BD271-A47C-4266-84F7-4325E25623CE}" dt="2026-03-07T09:45:56.682" v="1031" actId="207"/>
        <pc:sldMkLst>
          <pc:docMk/>
          <pc:sldMk cId="1532505644" sldId="277"/>
        </pc:sldMkLst>
        <pc:spChg chg="mod">
          <ac:chgData name="BOUCADAIR Mohamed INNOV/NET" userId="2acbca90-6db1-4111-98c4-832797dda751" providerId="ADAL" clId="{A64BD271-A47C-4266-84F7-4325E25623CE}" dt="2026-03-07T09:30:48.663" v="115" actId="6549"/>
          <ac:spMkLst>
            <pc:docMk/>
            <pc:sldMk cId="1532505644" sldId="277"/>
            <ac:spMk id="3" creationId="{3BAEFAD2-3AAD-4D2C-3868-890758D139B0}"/>
          </ac:spMkLst>
        </pc:spChg>
        <pc:spChg chg="add mod">
          <ac:chgData name="BOUCADAIR Mohamed INNOV/NET" userId="2acbca90-6db1-4111-98c4-832797dda751" providerId="ADAL" clId="{A64BD271-A47C-4266-84F7-4325E25623CE}" dt="2026-03-07T09:45:56.682" v="1031" actId="207"/>
          <ac:spMkLst>
            <pc:docMk/>
            <pc:sldMk cId="1532505644" sldId="277"/>
            <ac:spMk id="7" creationId="{9B6AEBD5-33A4-7502-01F0-A87041B157FB}"/>
          </ac:spMkLst>
        </pc:spChg>
      </pc:sldChg>
      <pc:sldMasterChg chg="delSp mod">
        <pc:chgData name="BOUCADAIR Mohamed INNOV/NET" userId="2acbca90-6db1-4111-98c4-832797dda751" providerId="ADAL" clId="{A64BD271-A47C-4266-84F7-4325E25623CE}" dt="2026-03-07T09:47:44.233" v="1033" actId="33475"/>
        <pc:sldMasterMkLst>
          <pc:docMk/>
          <pc:sldMasterMk cId="0" sldId="2147483664"/>
        </pc:sldMasterMkLst>
      </pc:sldMasterChg>
      <pc:sldMasterChg chg="delSp mod">
        <pc:chgData name="BOUCADAIR Mohamed INNOV/NET" userId="2acbca90-6db1-4111-98c4-832797dda751" providerId="ADAL" clId="{A64BD271-A47C-4266-84F7-4325E25623CE}" dt="2026-03-07T09:47:44.233" v="1033" actId="33475"/>
        <pc:sldMasterMkLst>
          <pc:docMk/>
          <pc:sldMasterMk cId="0" sldId="2147483665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179d949db_7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7179d949db_7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9a795ff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a9a795ffbb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2D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sz="4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rgbClr val="002D3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defRPr sz="36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  <p15:guide id="2" pos="2880">
          <p15:clr>
            <a:srgbClr val="F9AD4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002D3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bg>
      <p:bgPr>
        <a:solidFill>
          <a:srgbClr val="002D3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■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 title" type="titleOnly">
  <p:cSld name="TITLE_ONLY">
    <p:bg>
      <p:bgPr>
        <a:solidFill>
          <a:srgbClr val="002D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0" y="770474"/>
            <a:ext cx="9144000" cy="43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58699" y="61427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  <a:defRPr sz="24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60950" y="1001775"/>
            <a:ext cx="8222100" cy="3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 rot="10800000" flipH="1">
            <a:off x="0" y="656300"/>
            <a:ext cx="9144000" cy="447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0" y="65635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2625" y="4520234"/>
            <a:ext cx="830437" cy="474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Open Sans"/>
              <a:buNone/>
              <a:defRPr sz="3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-125" y="4147975"/>
            <a:ext cx="9144000" cy="995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55588" y="4312262"/>
            <a:ext cx="942131" cy="50034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 txBox="1"/>
          <p:nvPr/>
        </p:nvSpPr>
        <p:spPr>
          <a:xfrm>
            <a:off x="381005" y="4507324"/>
            <a:ext cx="2750400" cy="27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Making the Internet work better</a:t>
            </a:r>
            <a:endParaRPr sz="1200" b="0" i="0" u="none" strike="noStrike" cap="non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 rot="10800000" flipH="1">
            <a:off x="0" y="1685925"/>
            <a:ext cx="9144000" cy="34575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0" y="168600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627500" y="1794600"/>
            <a:ext cx="80664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Open Sans"/>
              <a:buNone/>
              <a:defRPr sz="4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 rot="10800000" flipH="1">
            <a:off x="0" y="1685925"/>
            <a:ext cx="9144000" cy="34575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0" y="168600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 rot="5400000">
            <a:off x="1946462" y="2517713"/>
            <a:ext cx="5142825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 rot="10800000" flipH="1">
            <a:off x="0" y="-75"/>
            <a:ext cx="9144000" cy="4695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 rot="10800000" flipH="1">
            <a:off x="0" y="4622800"/>
            <a:ext cx="9144000" cy="7402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rgbClr val="002D3C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ilarchive.ietf.org/arch/msg/dnsop/6zd0dvgsB7p5vE8FPgBxhdUs3y0/" TargetMode="External"/><Relationship Id="rId2" Type="http://schemas.openxmlformats.org/officeDocument/2006/relationships/hyperlink" Target="https://mailarchive.ietf.org/arch/msg/dnsop/9aztqcxfpgCEkhQT3LGxkWuMui8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dns-at-ietf@ietf.org" TargetMode="External"/><Relationship Id="rId4" Type="http://schemas.openxmlformats.org/officeDocument/2006/relationships/hyperlink" Target="https://datatracker.ietf.org/doc/draft-hardaker-dns-wgs-at-ietf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754475" y="1217444"/>
            <a:ext cx="7635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</a:pP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OPSAREA Open Meeting</a:t>
            </a:r>
            <a:endParaRPr sz="3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54475" y="716111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March 16, 2026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94650" y="4322350"/>
            <a:ext cx="37836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Internet Engineering Task Force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© 2026 IETF Trust 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Production by </a:t>
            </a:r>
            <a:r>
              <a:rPr lang="en-US" sz="1200" dirty="0" err="1">
                <a:latin typeface="Inter"/>
                <a:ea typeface="Inter"/>
                <a:cs typeface="Inter"/>
                <a:sym typeface="Inter"/>
              </a:rPr>
              <a:t>Meetecho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54475" y="3414667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2CC"/>
                </a:solidFill>
                <a:latin typeface="Inter"/>
                <a:ea typeface="Inter"/>
                <a:cs typeface="Inter"/>
                <a:sym typeface="Inter"/>
              </a:rPr>
              <a:t>This session is being recorded</a:t>
            </a:r>
            <a:endParaRPr sz="2400" dirty="0">
              <a:solidFill>
                <a:srgbClr val="FFF2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Google Shape;100;p19">
            <a:extLst>
              <a:ext uri="{FF2B5EF4-FFF2-40B4-BE49-F238E27FC236}">
                <a16:creationId xmlns:a16="http://schemas.microsoft.com/office/drawing/2014/main" id="{87CFB194-3778-2C13-73F3-088D1012F1B1}"/>
              </a:ext>
            </a:extLst>
          </p:cNvPr>
          <p:cNvSpPr txBox="1"/>
          <p:nvPr/>
        </p:nvSpPr>
        <p:spPr>
          <a:xfrm>
            <a:off x="834942" y="2452347"/>
            <a:ext cx="6331663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OPS ADs: M. Boucadair &amp; M. Jethanandani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Minutes: T. Graf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>
                <a:latin typeface="Inter"/>
                <a:ea typeface="Inter"/>
                <a:cs typeface="Inter"/>
                <a:sym typeface="Inter"/>
              </a:rPr>
              <a:t>Note Well</a:t>
            </a:r>
            <a:endParaRPr sz="240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311700" y="740167"/>
            <a:ext cx="8520600" cy="4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participating in the IETF you agree to follow IETF processes and policies. This Note Well is a reminder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some of those policies. For a linked version of this text, please visit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www.ietf.org/note-well 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use the QR code below.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participants are expected to behave in a professional manner and extend respect and courtesy to their colleagues at all times (see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7154: IETF Guidelines for Conduct and IETF Anti-Harassment Policy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If you have any concerns about behavior, please contact the </a:t>
            </a:r>
            <a:r>
              <a:rPr lang="en-US" sz="1200" i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Ombudsteam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who have a duty of confidentiality and extensive powers to act, as set out in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7776: IETF Anti-Harassment Procedures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you are aware that any IETF contribution (as defined in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5378: Rights Contributors Provide to the IETF Trust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is covered by patents or patent applications that are owned or controlled by you, your employer or your sponsor, you must disclose that fact, or not participate in the discussion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(see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8179: Intellectual Property Rights in IETF Technology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detailed process information consult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2026: Internet Standards Process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i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2418: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Working Group Guidelines and Procedures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updates to those.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IETF routinely makes public written, audio, video, and photographic records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IETF activities, including your personal information as set out in the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Privacy Statement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advice, please talk to Working Group chairs or Area Directors.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875" y="3038675"/>
            <a:ext cx="1383300" cy="1383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dirty="0"/>
              <a:t>IETF 125 Meeting Tips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31800" y="1896950"/>
            <a:ext cx="8480400" cy="2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</a:rPr>
              <a:t>In-person participants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Make sure to sign into the session via Datatracker or the QR Code in this session.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Use Meetecho (usually the “Meetecho lite”) client to join the queue, show hands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i="1">
                <a:solidFill>
                  <a:srgbClr val="000000"/>
                </a:solidFill>
              </a:rPr>
              <a:t>Keep audio and video off if not using the onsite version.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</a:rPr>
              <a:t>Remote participants 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Make sure your audio and video are off unless you are chairing or presenting during a session.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Use of a headset is strongly recommended.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</a:rPr>
              <a:t>All participants</a:t>
            </a:r>
            <a:endParaRPr sz="1600" b="1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State your name each time you begin speaking in the queue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1709550" y="218225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This session is being recorded</a:t>
            </a:r>
            <a:endParaRPr sz="24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3725" y="3813950"/>
            <a:ext cx="1818475" cy="810300"/>
          </a:xfrm>
          <a:prstGeom prst="rect">
            <a:avLst/>
          </a:prstGeom>
          <a:noFill/>
          <a:ln>
            <a:noFill/>
          </a:ln>
          <a:effectLst>
            <a:outerShdw blurRad="114300" dist="19050" dir="3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72182-2298-B3BA-EF0F-BD3CF25B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Agenda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FC20A-2180-E869-9E40-A021643902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A88ECC-0E4D-675D-4C74-150173036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22" y="1709139"/>
            <a:ext cx="7097115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1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27CB20-90CA-C90D-4EDA-56C700A5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DNS@IETF Consultation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AEFAD2-3AAD-4D2C-3868-890758D13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Overall context</a:t>
            </a:r>
            <a:endParaRPr lang="fr-FR" dirty="0"/>
          </a:p>
          <a:p>
            <a:r>
              <a:rPr lang="en-US" dirty="0">
                <a:hlinkClick r:id="rId3"/>
              </a:rPr>
              <a:t>Consultation Goals &amp; Planning</a:t>
            </a:r>
            <a:endParaRPr lang="fr-FR" dirty="0"/>
          </a:p>
          <a:p>
            <a:r>
              <a:rPr lang="en-US" dirty="0">
                <a:hlinkClick r:id="rId4"/>
              </a:rPr>
              <a:t>Draft consensus conclusions</a:t>
            </a:r>
            <a:endParaRPr lang="fr-FR" dirty="0"/>
          </a:p>
          <a:p>
            <a:r>
              <a:rPr lang="fr-FR" dirty="0"/>
              <a:t>Mailing list: </a:t>
            </a:r>
            <a:r>
              <a:rPr lang="fr-FR" dirty="0">
                <a:hlinkClick r:id="rId5"/>
              </a:rPr>
              <a:t>dns-at-ietf@ietf.org</a:t>
            </a:r>
            <a:r>
              <a:rPr lang="fr-FR" dirty="0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FE0B60-7A91-0D84-11C7-E4A235941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7" name="Organigramme : Alternative 6">
            <a:extLst>
              <a:ext uri="{FF2B5EF4-FFF2-40B4-BE49-F238E27FC236}">
                <a16:creationId xmlns:a16="http://schemas.microsoft.com/office/drawing/2014/main" id="{9B6AEBD5-33A4-7502-01F0-A87041B157FB}"/>
              </a:ext>
            </a:extLst>
          </p:cNvPr>
          <p:cNvSpPr/>
          <p:nvPr/>
        </p:nvSpPr>
        <p:spPr>
          <a:xfrm>
            <a:off x="848540" y="3482035"/>
            <a:ext cx="7468820" cy="1578014"/>
          </a:xfrm>
          <a:prstGeom prst="flowChartAlternate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accent4"/>
                </a:solidFill>
              </a:rPr>
              <a:t>Thanks to all of those who provided inputs, shared thoughts, and contributed.</a:t>
            </a:r>
          </a:p>
          <a:p>
            <a:pPr algn="ctr"/>
            <a:endParaRPr lang="en-US" sz="1600" dirty="0">
              <a:solidFill>
                <a:schemeClr val="accent4"/>
              </a:solidFill>
            </a:endParaRPr>
          </a:p>
          <a:p>
            <a:pPr algn="ctr"/>
            <a:r>
              <a:rPr lang="en-US" sz="1600" dirty="0">
                <a:solidFill>
                  <a:schemeClr val="accent4"/>
                </a:solidFill>
              </a:rPr>
              <a:t>Thanks to Joe and Lars-Johan for helping with the analysis work.</a:t>
            </a:r>
            <a:endParaRPr lang="en-US" sz="1600" noProof="0" dirty="0">
              <a:solidFill>
                <a:schemeClr val="accent4"/>
              </a:solidFill>
            </a:endParaRPr>
          </a:p>
          <a:p>
            <a:pPr algn="ctr"/>
            <a:endParaRPr lang="en-US" sz="1600" noProof="0" dirty="0">
              <a:solidFill>
                <a:schemeClr val="accent4"/>
              </a:solidFill>
            </a:endParaRPr>
          </a:p>
          <a:p>
            <a:pPr algn="ctr"/>
            <a:r>
              <a:rPr lang="en-US" sz="1600" noProof="0" dirty="0">
                <a:solidFill>
                  <a:schemeClr val="accent4"/>
                </a:solidFill>
              </a:rPr>
              <a:t>Special THANK YOU to Wes for meticulously tracking inputs, coordinating the analysis work/team, and documenting the outcome.</a:t>
            </a:r>
          </a:p>
        </p:txBody>
      </p:sp>
    </p:spTree>
    <p:extLst>
      <p:ext uri="{BB962C8B-B14F-4D97-AF65-F5344CB8AC3E}">
        <p14:creationId xmlns:p14="http://schemas.microsoft.com/office/powerpoint/2010/main" val="153250564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ETF Template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641</Words>
  <Application>Microsoft Office PowerPoint</Application>
  <PresentationFormat>Affichage à l'écran (16:9)</PresentationFormat>
  <Paragraphs>52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4" baseType="lpstr">
      <vt:lpstr>Inter</vt:lpstr>
      <vt:lpstr>Open Sans</vt:lpstr>
      <vt:lpstr>Roboto</vt:lpstr>
      <vt:lpstr>Open Sans Medium</vt:lpstr>
      <vt:lpstr>Montserrat</vt:lpstr>
      <vt:lpstr>Arial</vt:lpstr>
      <vt:lpstr>Open Sans SemiBold</vt:lpstr>
      <vt:lpstr>Material</vt:lpstr>
      <vt:lpstr>IETF Template</vt:lpstr>
      <vt:lpstr>OPSAREA Open Meeting</vt:lpstr>
      <vt:lpstr>Note Well</vt:lpstr>
      <vt:lpstr>IETF 125 Meeting Tips</vt:lpstr>
      <vt:lpstr>Agenda</vt:lpstr>
      <vt:lpstr>DNS@IETF Consultation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BOUCADAIR Mohamed INNOV/NET</dc:creator>
  <cp:lastModifiedBy>BOUCADAIR Mohamed INNOV/NET</cp:lastModifiedBy>
  <cp:revision>1</cp:revision>
  <dcterms:modified xsi:type="dcterms:W3CDTF">2026-03-09T10:12:42Z</dcterms:modified>
</cp:coreProperties>
</file>