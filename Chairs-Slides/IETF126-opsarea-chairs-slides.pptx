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1"/>
    <p:sldMasterId id="2147483665" r:id="rId2"/>
  </p:sldMasterIdLst>
  <p:notesMasterIdLst>
    <p:notesMasterId r:id="rId7"/>
  </p:notesMasterIdLst>
  <p:sldIdLst>
    <p:sldId id="276" r:id="rId3"/>
    <p:sldId id="257" r:id="rId4"/>
    <p:sldId id="258" r:id="rId5"/>
    <p:sldId id="260" r:id="rId6"/>
  </p:sldIdLst>
  <p:sldSz cx="9144000" cy="5143500" type="screen16x9"/>
  <p:notesSz cx="6858000" cy="9144000"/>
  <p:embeddedFontLs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Open Sans Medium" panose="020B0604020202020204" charset="0"/>
      <p:regular r:id="rId20"/>
      <p:bold r:id="rId21"/>
      <p:italic r:id="rId22"/>
      <p:boldItalic r:id="rId23"/>
    </p:embeddedFont>
    <p:embeddedFont>
      <p:font typeface="Open Sans SemiBold" panose="020B0706030804020204" pitchFamily="34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FB6760-0EB4-4B41-9C52-91BBD0FFA6C9}" v="4" dt="2026-03-07T09:28:16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31" d="100"/>
          <a:sy n="131" d="100"/>
        </p:scale>
        <p:origin x="1044" y="120"/>
      </p:cViewPr>
      <p:guideLst>
        <p:guide orient="horz" pos="16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" Type="http://schemas.openxmlformats.org/officeDocument/2006/relationships/slide" Target="slides/slide1.xml"/><Relationship Id="rId21" Type="http://schemas.openxmlformats.org/officeDocument/2006/relationships/font" Target="fonts/font14.fntdata"/><Relationship Id="rId34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36" Type="http://schemas.microsoft.com/office/2015/10/relationships/revisionInfo" Target="revisionInfo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font" Target="fonts/font24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font" Target="fonts/font23.fntdata"/><Relationship Id="rId35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meeting/120/materials/slides-120-eodir-sessb-note-well-dos-and-dont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179d949db_7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7179d949db_7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9a795ff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a9a795ffbb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002D3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754464" y="2104950"/>
            <a:ext cx="7635072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Inter"/>
              <a:buNone/>
              <a:defRPr sz="4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000" b="0" i="0" u="none" strike="noStrike" cap="non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25" y="4147975"/>
            <a:ext cx="9144001" cy="995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 descr="Shap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40438" y="4312261"/>
            <a:ext cx="1256176" cy="66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bg>
      <p:bgPr>
        <a:solidFill>
          <a:srgbClr val="002D3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defRPr sz="36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8222100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9AD4C"/>
          </p15:clr>
        </p15:guide>
        <p15:guide id="2" pos="2880">
          <p15:clr>
            <a:srgbClr val="F9AD4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rgbClr val="002D3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strike="noStrike" cap="none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bg>
      <p:bgPr>
        <a:solidFill>
          <a:srgbClr val="002D3C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71900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■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sz="140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694249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 title" type="titleOnly">
  <p:cSld name="TITLE_ONLY">
    <p:bg>
      <p:bgPr>
        <a:solidFill>
          <a:srgbClr val="002D3C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rot="10800000" flipH="1">
            <a:off x="0" y="770474"/>
            <a:ext cx="9144000" cy="438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58699" y="61427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  <a:defRPr sz="24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sz="320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60950" y="1001775"/>
            <a:ext cx="8222100" cy="3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sz="1800" i="0" u="none" strike="noStrike" cap="non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strike="noStrike" cap="non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 rot="10800000" flipH="1">
            <a:off x="0" y="656300"/>
            <a:ext cx="9144000" cy="447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/>
          <p:nvPr/>
        </p:nvSpPr>
        <p:spPr>
          <a:xfrm>
            <a:off x="0" y="656350"/>
            <a:ext cx="9144000" cy="10867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401925" y="16350"/>
            <a:ext cx="8523000" cy="60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78789" y="4689588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44" name="Google Shape;4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2625" y="4520234"/>
            <a:ext cx="830437" cy="474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Open Sans"/>
              <a:buNone/>
              <a:defRPr sz="3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sz="4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49" name="Google Shape;49;p10"/>
          <p:cNvSpPr/>
          <p:nvPr/>
        </p:nvSpPr>
        <p:spPr>
          <a:xfrm>
            <a:off x="-125" y="4147975"/>
            <a:ext cx="9144000" cy="995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55588" y="4312262"/>
            <a:ext cx="942131" cy="50034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0"/>
          <p:cNvSpPr txBox="1"/>
          <p:nvPr/>
        </p:nvSpPr>
        <p:spPr>
          <a:xfrm>
            <a:off x="381005" y="4507324"/>
            <a:ext cx="2750400" cy="27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Making the Internet work better</a:t>
            </a:r>
            <a:endParaRPr sz="1200" b="0" i="0" u="none" strike="noStrike" cap="non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 rot="10800000" flipH="1">
            <a:off x="0" y="1685925"/>
            <a:ext cx="9144000" cy="34575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/>
          <p:nvPr/>
        </p:nvSpPr>
        <p:spPr>
          <a:xfrm>
            <a:off x="0" y="1686000"/>
            <a:ext cx="9144000" cy="10867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  <a:defRPr sz="3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627500" y="1794600"/>
            <a:ext cx="8066400" cy="27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2D3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78789" y="4689588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58" name="Google Shape;5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4725" y="4520225"/>
            <a:ext cx="618862" cy="3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Open Sans"/>
              <a:buNone/>
              <a:defRPr sz="4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 rot="10800000" flipH="1">
            <a:off x="0" y="1685925"/>
            <a:ext cx="9144000" cy="34575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0" y="1686000"/>
            <a:ext cx="9144000" cy="10867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  <a:defRPr sz="3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78789" y="4689588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04725" y="4520225"/>
            <a:ext cx="618862" cy="3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sz="2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sz="52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sz="6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 rot="5400000">
            <a:off x="1946462" y="2517713"/>
            <a:ext cx="5142825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 rot="10800000" flipH="1">
            <a:off x="0" y="-75"/>
            <a:ext cx="9144000" cy="4695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 rot="10800000" flipH="1">
            <a:off x="0" y="4622800"/>
            <a:ext cx="9144000" cy="7402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sz="12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sz="1100" i="0" u="none" strike="noStrike" cap="non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3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sz="1800" b="0" i="0" u="none" strike="noStrike" cap="non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rgbClr val="002D3C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754475" y="1217444"/>
            <a:ext cx="7635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</a:pPr>
            <a:r>
              <a:rPr lang="en-US" sz="3600" dirty="0">
                <a:latin typeface="Inter"/>
                <a:ea typeface="Inter"/>
                <a:cs typeface="Inter"/>
                <a:sym typeface="Inter"/>
              </a:rPr>
              <a:t>OPSAREA Open Meeting</a:t>
            </a:r>
            <a:endParaRPr sz="36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754475" y="716111"/>
            <a:ext cx="4986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July 23, 2026</a:t>
            </a:r>
            <a:endParaRPr sz="11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94650" y="4322350"/>
            <a:ext cx="37836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Internet Engineering Task Force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© 2026 IETF Trust 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Inter"/>
                <a:ea typeface="Inter"/>
                <a:cs typeface="Inter"/>
                <a:sym typeface="Inter"/>
              </a:rPr>
              <a:t>Production by </a:t>
            </a:r>
            <a:r>
              <a:rPr lang="en-US" sz="1200" dirty="0" err="1">
                <a:latin typeface="Inter"/>
                <a:ea typeface="Inter"/>
                <a:cs typeface="Inter"/>
                <a:sym typeface="Inter"/>
              </a:rPr>
              <a:t>Meetecho</a:t>
            </a:r>
            <a:endParaRPr sz="12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754475" y="3414667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2CC"/>
                </a:solidFill>
                <a:latin typeface="Inter"/>
                <a:ea typeface="Inter"/>
                <a:cs typeface="Inter"/>
                <a:sym typeface="Inter"/>
              </a:rPr>
              <a:t>This session is being recorded</a:t>
            </a:r>
            <a:endParaRPr sz="2400" dirty="0">
              <a:solidFill>
                <a:srgbClr val="FFF2C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" name="Google Shape;100;p19">
            <a:extLst>
              <a:ext uri="{FF2B5EF4-FFF2-40B4-BE49-F238E27FC236}">
                <a16:creationId xmlns:a16="http://schemas.microsoft.com/office/drawing/2014/main" id="{87CFB194-3778-2C13-73F3-088D1012F1B1}"/>
              </a:ext>
            </a:extLst>
          </p:cNvPr>
          <p:cNvSpPr txBox="1"/>
          <p:nvPr/>
        </p:nvSpPr>
        <p:spPr>
          <a:xfrm>
            <a:off x="834942" y="2452347"/>
            <a:ext cx="6331663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OPS ADs: M. Boucadair &amp; M. Jethanandani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Minutes: T. Graf &amp; Q. Ma</a:t>
            </a:r>
            <a:endParaRPr sz="1100" dirty="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401925" y="16350"/>
            <a:ext cx="8523000" cy="60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>
                <a:latin typeface="Inter"/>
                <a:ea typeface="Inter"/>
                <a:cs typeface="Inter"/>
                <a:sym typeface="Inter"/>
              </a:rPr>
              <a:t>Note Well</a:t>
            </a:r>
            <a:endParaRPr sz="240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311700" y="740167"/>
            <a:ext cx="8520600" cy="41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By participating in the IETF you agree to follow IETF processes and policies. This Note Well is a reminder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some of those policies. For a linked version of this text, please visit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www.ietf.org/note-well 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 use the QR code below.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participants are expected to behave in a professional manner and extend respect and courtesy to their colleagues at all times (see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7154: IETF Guidelines for Conduct and IETF Anti-Harassment Policy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 If you have any concerns about behavior, please contact the </a:t>
            </a:r>
            <a:r>
              <a:rPr lang="en-US" sz="1200" i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Ombudsteam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who have a duty of confidentiality and extensive powers to act, as set out in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7776: IETF Anti-Harassment Procedures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you are aware that any IETF contribution (as defined in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5378: Rights Contributors Provide to the IETF Trust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is covered by patents or patent applications that are owned or controlled by you, your employer or your sponsor, you must disclose that fact, or not participate in the discussion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(see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8179: Intellectual Property Rights in IETF Technology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detailed process information consult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2026: Internet Standards Process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i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2418: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Working Group Guidelines and Procedures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updates to those.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IETF routinely makes public written, audio, video, and photographic records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IETF activities, including your personal information as set out in the </a:t>
            </a:r>
            <a:r>
              <a:rPr lang="en-US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Privacy Statement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advice, please talk to Working Group chairs or Area Directors.</a:t>
            </a:r>
            <a:endParaRPr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9875" y="3038675"/>
            <a:ext cx="1383300" cy="1383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471900" y="218223"/>
            <a:ext cx="8222100" cy="12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rPr lang="en-US" dirty="0"/>
              <a:t>IETF 126 Meeting Tips</a:t>
            </a:r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31800" y="1896950"/>
            <a:ext cx="8480400" cy="2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</a:rPr>
              <a:t>In-person participants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Make sure to sign into the session via Datatracker or the QR Code in this session.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Use Meetecho (usually the “Meetecho lite”) client to join the queue, show hands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 i="1">
                <a:solidFill>
                  <a:srgbClr val="000000"/>
                </a:solidFill>
              </a:rPr>
              <a:t>Keep audio and video off if not using the onsite version.</a:t>
            </a: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</a:rPr>
              <a:t>Remote participants 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Make sure your audio and video are off unless you are chairing or presenting during a session.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Use of a headset is strongly recommended.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</a:rPr>
              <a:t>All participants</a:t>
            </a:r>
            <a:endParaRPr sz="1600" b="1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State your name each time you begin speaking in the queue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1709550" y="218225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E599"/>
                </a:solidFill>
                <a:latin typeface="Montserrat"/>
                <a:ea typeface="Montserrat"/>
                <a:cs typeface="Montserrat"/>
                <a:sym typeface="Montserrat"/>
              </a:rPr>
              <a:t>This session is being recorded</a:t>
            </a:r>
            <a:endParaRPr sz="2400">
              <a:solidFill>
                <a:srgbClr val="FFE5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3725" y="3813950"/>
            <a:ext cx="1818475" cy="810300"/>
          </a:xfrm>
          <a:prstGeom prst="rect">
            <a:avLst/>
          </a:prstGeom>
          <a:noFill/>
          <a:ln>
            <a:noFill/>
          </a:ln>
          <a:effectLst>
            <a:outerShdw blurRad="114300" dist="19050" dir="30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72182-2298-B3BA-EF0F-BD3CF25B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Agenda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6FC20A-2180-E869-9E40-A021643902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B6E202C-F850-9FBB-F9B6-A5A121806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18" y="1737686"/>
            <a:ext cx="6884434" cy="340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18982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002D3C"/>
      </a:dk1>
      <a:lt1>
        <a:srgbClr val="4285F4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ETF Template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aterial">
  <a:themeElements>
    <a:clrScheme name="Materia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574</Words>
  <Application>Microsoft Office PowerPoint</Application>
  <PresentationFormat>Affichage à l'écran (16:9)</PresentationFormat>
  <Paragraphs>41</Paragraphs>
  <Slides>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13" baseType="lpstr">
      <vt:lpstr>Open Sans SemiBold</vt:lpstr>
      <vt:lpstr>Roboto</vt:lpstr>
      <vt:lpstr>Inter</vt:lpstr>
      <vt:lpstr>Arial</vt:lpstr>
      <vt:lpstr>Open Sans</vt:lpstr>
      <vt:lpstr>Open Sans Medium</vt:lpstr>
      <vt:lpstr>Montserrat</vt:lpstr>
      <vt:lpstr>Material</vt:lpstr>
      <vt:lpstr>IETF Template</vt:lpstr>
      <vt:lpstr>OPSAREA Open Meeting</vt:lpstr>
      <vt:lpstr>Note Well</vt:lpstr>
      <vt:lpstr>IETF 126 Meeting Tips</vt:lpstr>
      <vt:lpstr>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BOUCADAIR Mohamed INNOV/NET</dc:creator>
  <cp:lastModifiedBy>BOUCADAIR Mohamed INNOV/NET</cp:lastModifiedBy>
  <cp:revision>3</cp:revision>
  <dcterms:modified xsi:type="dcterms:W3CDTF">2026-07-13T09:15:10Z</dcterms:modified>
</cp:coreProperties>
</file>