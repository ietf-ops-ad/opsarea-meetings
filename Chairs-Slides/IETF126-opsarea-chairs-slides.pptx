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4" r:id="rId1"/>
    <p:sldMasterId id="2147483665" r:id="rId2"/>
  </p:sldMasterIdLst>
  <p:notesMasterIdLst>
    <p:notesMasterId r:id="rId7"/>
  </p:notesMasterIdLst>
  <p:sldIdLst>
    <p:sldId id="276" r:id="rId3"/>
    <p:sldId id="257" r:id="rId4"/>
    <p:sldId id="258" r:id="rId5"/>
    <p:sldId id="260" r:id="rId6"/>
  </p:sldIdLst>
  <p:sldSz cx="9144000" cy="5143500" type="screen16x9"/>
  <p:notesSz cx="6858000" cy="9144000"/>
  <p:embeddedFontLst>
    <p:embeddedFont>
      <p:font typeface="Inter" panose="02000503000000020004" pitchFamily="2" charset="0"/>
      <p:regular r:id="rId8"/>
      <p:bold r:id="rId9"/>
      <p:italic r:id="rId10"/>
      <p:boldItalic r:id="rId11"/>
    </p:embeddedFont>
    <p:embeddedFont>
      <p:font typeface="Montserrat" pitchFamily="2" charset="77"/>
      <p:regular r:id="rId12"/>
      <p:bold r:id="rId13"/>
      <p:italic r:id="rId14"/>
      <p:boldItalic r:id="rId15"/>
    </p:embeddedFont>
    <p:embeddedFont>
      <p:font typeface="Open Sans" panose="020B0606030504020204" pitchFamily="34" charset="0"/>
      <p:regular r:id="rId16"/>
      <p:bold r:id="rId17"/>
      <p:italic r:id="rId18"/>
      <p:boldItalic r:id="rId19"/>
    </p:embeddedFont>
    <p:embeddedFont>
      <p:font typeface="Open Sans Medium" pitchFamily="2" charset="0"/>
      <p:regular r:id="rId20"/>
      <p:bold r:id="rId21"/>
      <p:italic r:id="rId22"/>
      <p:boldItalic r:id="rId23"/>
    </p:embeddedFont>
    <p:embeddedFont>
      <p:font typeface="Open Sans SemiBold" panose="020B0706030804020204" pitchFamily="34" charset="0"/>
      <p:regular r:id="rId24"/>
      <p:bold r:id="rId25"/>
      <p:italic r:id="rId26"/>
      <p:boldItalic r:id="rId27"/>
    </p:embeddedFont>
    <p:embeddedFont>
      <p:font typeface="Roboto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4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FB6760-0EB4-4B41-9C52-91BBD0FFA6C9}" v="4" dt="2026-03-07T09:28:16.3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39" d="100"/>
          <a:sy n="139" d="100"/>
        </p:scale>
        <p:origin x="176" y="512"/>
      </p:cViewPr>
      <p:guideLst>
        <p:guide orient="horz" pos="16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26" Type="http://schemas.openxmlformats.org/officeDocument/2006/relationships/font" Target="fonts/font19.fntdata"/><Relationship Id="rId21" Type="http://schemas.openxmlformats.org/officeDocument/2006/relationships/font" Target="fonts/font14.fntdata"/><Relationship Id="rId34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font" Target="fonts/font18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29" Type="http://schemas.openxmlformats.org/officeDocument/2006/relationships/font" Target="fonts/font2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4.fntdata"/><Relationship Id="rId24" Type="http://schemas.openxmlformats.org/officeDocument/2006/relationships/font" Target="fonts/font17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font" Target="fonts/font8.fntdata"/><Relationship Id="rId23" Type="http://schemas.openxmlformats.org/officeDocument/2006/relationships/font" Target="fonts/font16.fntdata"/><Relationship Id="rId28" Type="http://schemas.openxmlformats.org/officeDocument/2006/relationships/font" Target="fonts/font21.fntdata"/><Relationship Id="rId36" Type="http://schemas.microsoft.com/office/2016/11/relationships/changesInfo" Target="changesInfos/changesInfo1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31" Type="http://schemas.openxmlformats.org/officeDocument/2006/relationships/font" Target="fonts/font24.fntdata"/><Relationship Id="rId4" Type="http://schemas.openxmlformats.org/officeDocument/2006/relationships/slide" Target="slides/slide2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font" Target="fonts/font15.fntdata"/><Relationship Id="rId27" Type="http://schemas.openxmlformats.org/officeDocument/2006/relationships/font" Target="fonts/font20.fntdata"/><Relationship Id="rId30" Type="http://schemas.openxmlformats.org/officeDocument/2006/relationships/font" Target="fonts/font23.fntdata"/><Relationship Id="rId35" Type="http://schemas.openxmlformats.org/officeDocument/2006/relationships/tableStyles" Target="tableStyles.xml"/><Relationship Id="rId8" Type="http://schemas.openxmlformats.org/officeDocument/2006/relationships/font" Target="fonts/font1.fntdata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OUCADAIR Mohamed INNOV/NET" userId="2acbca90-6db1-4111-98c4-832797dda751" providerId="ADAL" clId="{4F93B282-C25B-41D9-9F46-D8A159C0F759}"/>
    <pc:docChg chg="custSel addSld modSld">
      <pc:chgData name="BOUCADAIR Mohamed INNOV/NET" userId="2acbca90-6db1-4111-98c4-832797dda751" providerId="ADAL" clId="{4F93B282-C25B-41D9-9F46-D8A159C0F759}" dt="2025-11-06T17:13:42.915" v="209" actId="1076"/>
      <pc:docMkLst>
        <pc:docMk/>
      </pc:docMkLst>
      <pc:sldChg chg="addSp delSp modSp mod">
        <pc:chgData name="BOUCADAIR Mohamed INNOV/NET" userId="2acbca90-6db1-4111-98c4-832797dda751" providerId="ADAL" clId="{4F93B282-C25B-41D9-9F46-D8A159C0F759}" dt="2025-11-06T17:13:42.915" v="209" actId="1076"/>
        <pc:sldMkLst>
          <pc:docMk/>
          <pc:sldMk cId="4281018982" sldId="260"/>
        </pc:sldMkLst>
      </pc:sldChg>
      <pc:sldChg chg="modSp mod">
        <pc:chgData name="BOUCADAIR Mohamed INNOV/NET" userId="2acbca90-6db1-4111-98c4-832797dda751" providerId="ADAL" clId="{4F93B282-C25B-41D9-9F46-D8A159C0F759}" dt="2025-10-30T11:36:47.682" v="58" actId="20577"/>
        <pc:sldMkLst>
          <pc:docMk/>
          <pc:sldMk cId="0" sldId="276"/>
        </pc:sldMkLst>
      </pc:sldChg>
      <pc:sldChg chg="addSp delSp modSp new mod">
        <pc:chgData name="BOUCADAIR Mohamed INNOV/NET" userId="2acbca90-6db1-4111-98c4-832797dda751" providerId="ADAL" clId="{4F93B282-C25B-41D9-9F46-D8A159C0F759}" dt="2025-11-06T13:03:29.978" v="204" actId="20577"/>
        <pc:sldMkLst>
          <pc:docMk/>
          <pc:sldMk cId="1532505644" sldId="277"/>
        </pc:sldMkLst>
      </pc:sldChg>
    </pc:docChg>
  </pc:docChgLst>
  <pc:docChgLst>
    <pc:chgData name="BOUCADAIR Mohamed INNOV/NET" userId="2acbca90-6db1-4111-98c4-832797dda751" providerId="ADAL" clId="{A64BD271-A47C-4266-84F7-4325E25623CE}"/>
    <pc:docChg chg="undo custSel mod modSld modMainMaster">
      <pc:chgData name="BOUCADAIR Mohamed INNOV/NET" userId="2acbca90-6db1-4111-98c4-832797dda751" providerId="ADAL" clId="{A64BD271-A47C-4266-84F7-4325E25623CE}" dt="2026-03-09T10:12:41.939" v="1040" actId="1076"/>
      <pc:docMkLst>
        <pc:docMk/>
      </pc:docMkLst>
      <pc:sldChg chg="modSp mod">
        <pc:chgData name="BOUCADAIR Mohamed INNOV/NET" userId="2acbca90-6db1-4111-98c4-832797dda751" providerId="ADAL" clId="{A64BD271-A47C-4266-84F7-4325E25623CE}" dt="2026-03-07T09:25:07.366" v="0" actId="20577"/>
        <pc:sldMkLst>
          <pc:docMk/>
          <pc:sldMk cId="0" sldId="258"/>
        </pc:sldMkLst>
        <pc:spChg chg="mod">
          <ac:chgData name="BOUCADAIR Mohamed INNOV/NET" userId="2acbca90-6db1-4111-98c4-832797dda751" providerId="ADAL" clId="{A64BD271-A47C-4266-84F7-4325E25623CE}" dt="2026-03-07T09:25:07.366" v="0" actId="20577"/>
          <ac:spMkLst>
            <pc:docMk/>
            <pc:sldMk cId="0" sldId="258"/>
            <ac:spMk id="114" creationId="{00000000-0000-0000-0000-000000000000}"/>
          </ac:spMkLst>
        </pc:spChg>
      </pc:sldChg>
      <pc:sldChg chg="addSp delSp modSp mod">
        <pc:chgData name="BOUCADAIR Mohamed INNOV/NET" userId="2acbca90-6db1-4111-98c4-832797dda751" providerId="ADAL" clId="{A64BD271-A47C-4266-84F7-4325E25623CE}" dt="2026-03-09T10:12:41.939" v="1040" actId="1076"/>
        <pc:sldMkLst>
          <pc:docMk/>
          <pc:sldMk cId="4281018982" sldId="260"/>
        </pc:sldMkLst>
        <pc:picChg chg="add mod">
          <ac:chgData name="BOUCADAIR Mohamed INNOV/NET" userId="2acbca90-6db1-4111-98c4-832797dda751" providerId="ADAL" clId="{A64BD271-A47C-4266-84F7-4325E25623CE}" dt="2026-03-09T10:12:41.939" v="1040" actId="1076"/>
          <ac:picMkLst>
            <pc:docMk/>
            <pc:sldMk cId="4281018982" sldId="260"/>
            <ac:picMk id="5" creationId="{90A88ECC-0E4D-675D-4C74-1501730365CC}"/>
          </ac:picMkLst>
        </pc:picChg>
        <pc:picChg chg="add del mod">
          <ac:chgData name="BOUCADAIR Mohamed INNOV/NET" userId="2acbca90-6db1-4111-98c4-832797dda751" providerId="ADAL" clId="{A64BD271-A47C-4266-84F7-4325E25623CE}" dt="2026-03-09T10:12:36.343" v="1038" actId="478"/>
          <ac:picMkLst>
            <pc:docMk/>
            <pc:sldMk cId="4281018982" sldId="260"/>
            <ac:picMk id="6" creationId="{74AC3695-B9BE-6FC5-5342-9F0B450A0B86}"/>
          </ac:picMkLst>
        </pc:picChg>
      </pc:sldChg>
      <pc:sldChg chg="modSp mod">
        <pc:chgData name="BOUCADAIR Mohamed INNOV/NET" userId="2acbca90-6db1-4111-98c4-832797dda751" providerId="ADAL" clId="{A64BD271-A47C-4266-84F7-4325E25623CE}" dt="2026-03-09T10:12:33.049" v="1037" actId="20577"/>
        <pc:sldMkLst>
          <pc:docMk/>
          <pc:sldMk cId="0" sldId="276"/>
        </pc:sldMkLst>
        <pc:spChg chg="mod">
          <ac:chgData name="BOUCADAIR Mohamed INNOV/NET" userId="2acbca90-6db1-4111-98c4-832797dda751" providerId="ADAL" clId="{A64BD271-A47C-4266-84F7-4325E25623CE}" dt="2026-03-09T10:12:33.049" v="1037" actId="20577"/>
          <ac:spMkLst>
            <pc:docMk/>
            <pc:sldMk cId="0" sldId="276"/>
            <ac:spMk id="100" creationId="{00000000-0000-0000-0000-000000000000}"/>
          </ac:spMkLst>
        </pc:spChg>
        <pc:spChg chg="mod">
          <ac:chgData name="BOUCADAIR Mohamed INNOV/NET" userId="2acbca90-6db1-4111-98c4-832797dda751" providerId="ADAL" clId="{A64BD271-A47C-4266-84F7-4325E25623CE}" dt="2026-03-07T09:26:08.375" v="50" actId="20577"/>
          <ac:spMkLst>
            <pc:docMk/>
            <pc:sldMk cId="0" sldId="276"/>
            <ac:spMk id="101" creationId="{00000000-0000-0000-0000-000000000000}"/>
          </ac:spMkLst>
        </pc:spChg>
      </pc:sldChg>
      <pc:sldChg chg="addSp delSp modSp mod">
        <pc:chgData name="BOUCADAIR Mohamed INNOV/NET" userId="2acbca90-6db1-4111-98c4-832797dda751" providerId="ADAL" clId="{A64BD271-A47C-4266-84F7-4325E25623CE}" dt="2026-03-07T09:45:56.682" v="1031" actId="207"/>
        <pc:sldMkLst>
          <pc:docMk/>
          <pc:sldMk cId="1532505644" sldId="277"/>
        </pc:sldMkLst>
        <pc:spChg chg="mod">
          <ac:chgData name="BOUCADAIR Mohamed INNOV/NET" userId="2acbca90-6db1-4111-98c4-832797dda751" providerId="ADAL" clId="{A64BD271-A47C-4266-84F7-4325E25623CE}" dt="2026-03-07T09:30:48.663" v="115" actId="6549"/>
          <ac:spMkLst>
            <pc:docMk/>
            <pc:sldMk cId="1532505644" sldId="277"/>
            <ac:spMk id="3" creationId="{3BAEFAD2-3AAD-4D2C-3868-890758D139B0}"/>
          </ac:spMkLst>
        </pc:spChg>
        <pc:spChg chg="add mod">
          <ac:chgData name="BOUCADAIR Mohamed INNOV/NET" userId="2acbca90-6db1-4111-98c4-832797dda751" providerId="ADAL" clId="{A64BD271-A47C-4266-84F7-4325E25623CE}" dt="2026-03-07T09:45:56.682" v="1031" actId="207"/>
          <ac:spMkLst>
            <pc:docMk/>
            <pc:sldMk cId="1532505644" sldId="277"/>
            <ac:spMk id="7" creationId="{9B6AEBD5-33A4-7502-01F0-A87041B157FB}"/>
          </ac:spMkLst>
        </pc:spChg>
      </pc:sldChg>
      <pc:sldMasterChg chg="delSp mod">
        <pc:chgData name="BOUCADAIR Mohamed INNOV/NET" userId="2acbca90-6db1-4111-98c4-832797dda751" providerId="ADAL" clId="{A64BD271-A47C-4266-84F7-4325E25623CE}" dt="2026-03-07T09:47:44.233" v="1033" actId="33475"/>
        <pc:sldMasterMkLst>
          <pc:docMk/>
          <pc:sldMasterMk cId="0" sldId="2147483664"/>
        </pc:sldMasterMkLst>
      </pc:sldMasterChg>
      <pc:sldMasterChg chg="delSp mod">
        <pc:chgData name="BOUCADAIR Mohamed INNOV/NET" userId="2acbca90-6db1-4111-98c4-832797dda751" providerId="ADAL" clId="{A64BD271-A47C-4266-84F7-4325E25623CE}" dt="2026-03-07T09:47:44.233" v="1033" actId="33475"/>
        <pc:sldMasterMkLst>
          <pc:docMk/>
          <pc:sldMasterMk cId="0" sldId="2147483665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7179d949db_7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7179d949db_7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Ombudsteam).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a9a795ffb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2" name="Google Shape;112;ga9a795ffbb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rgbClr val="002D3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754464" y="2104950"/>
            <a:ext cx="7635072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Inter"/>
              <a:buNone/>
              <a:defRPr sz="4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-125" y="4147975"/>
            <a:ext cx="9144001" cy="9957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Shape 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40438" y="4312261"/>
            <a:ext cx="1256176" cy="66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bg>
      <p:bgPr>
        <a:solidFill>
          <a:srgbClr val="002D3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Inter"/>
              <a:buNone/>
              <a:defRPr sz="36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9AD4C"/>
          </p15:clr>
        </p15:guide>
        <p15:guide id="2" pos="2880">
          <p15:clr>
            <a:srgbClr val="F9AD4C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" type="secHead">
  <p:cSld name="SECTION_HEADER">
    <p:bg>
      <p:bgPr>
        <a:solidFill>
          <a:srgbClr val="002D3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bg>
      <p:bgPr>
        <a:solidFill>
          <a:srgbClr val="002D3C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■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694249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in title" type="titleOnly">
  <p:cSld name="TITLE_ONLY">
    <p:bg>
      <p:bgPr>
        <a:solidFill>
          <a:srgbClr val="002D3C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 rot="10800000" flipH="1">
            <a:off x="0" y="770474"/>
            <a:ext cx="9144000" cy="438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158699" y="61427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 sz="24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460950" y="1001775"/>
            <a:ext cx="8222100" cy="3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 rot="10800000" flipH="1">
            <a:off x="0" y="656300"/>
            <a:ext cx="9144000" cy="4478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/>
          <p:nvPr/>
        </p:nvSpPr>
        <p:spPr>
          <a:xfrm>
            <a:off x="0" y="656350"/>
            <a:ext cx="9144000" cy="108675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401925" y="16350"/>
            <a:ext cx="8523000" cy="602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Open Sans"/>
              <a:buNone/>
              <a:defRPr sz="20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78789" y="4689588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4" name="Google Shape;44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922625" y="4520234"/>
            <a:ext cx="830437" cy="4745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Open Sans"/>
              <a:buNone/>
              <a:defRPr sz="38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Roboto"/>
              <a:buNone/>
              <a:defRPr sz="48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" name="Google Shape;49;p10"/>
          <p:cNvSpPr/>
          <p:nvPr/>
        </p:nvSpPr>
        <p:spPr>
          <a:xfrm>
            <a:off x="-125" y="4147975"/>
            <a:ext cx="9144000" cy="995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655588" y="4312262"/>
            <a:ext cx="942131" cy="500344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10"/>
          <p:cNvSpPr txBox="1"/>
          <p:nvPr/>
        </p:nvSpPr>
        <p:spPr>
          <a:xfrm>
            <a:off x="381005" y="4507324"/>
            <a:ext cx="2750400" cy="276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Making the Internet work better</a:t>
            </a:r>
            <a:endParaRPr sz="1200" b="0" i="0" u="none" strike="noStrike" cap="none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 rot="10800000" flipH="1">
            <a:off x="0" y="1685925"/>
            <a:ext cx="9144000" cy="34575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1"/>
          <p:cNvSpPr/>
          <p:nvPr/>
        </p:nvSpPr>
        <p:spPr>
          <a:xfrm>
            <a:off x="0" y="1686000"/>
            <a:ext cx="9144000" cy="108675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  <a:defRPr sz="3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627500" y="1794600"/>
            <a:ext cx="8066400" cy="271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2D3C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2D3C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2D3C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2D3C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2D3C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2D3C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2D3C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02D3C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rgbClr val="002D3C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78789" y="4689588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58" name="Google Shape;58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04725" y="4520225"/>
            <a:ext cx="618862" cy="35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Open Sans"/>
              <a:buNone/>
              <a:defRPr sz="44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/>
          <p:nvPr/>
        </p:nvSpPr>
        <p:spPr>
          <a:xfrm rot="10800000" flipH="1">
            <a:off x="0" y="1685925"/>
            <a:ext cx="9144000" cy="34575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3"/>
          <p:cNvSpPr/>
          <p:nvPr/>
        </p:nvSpPr>
        <p:spPr>
          <a:xfrm>
            <a:off x="0" y="1686000"/>
            <a:ext cx="9144000" cy="108675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"/>
              <a:buNone/>
              <a:defRPr sz="3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●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●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●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●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ldNum" idx="12"/>
          </p:nvPr>
        </p:nvSpPr>
        <p:spPr>
          <a:xfrm>
            <a:off x="78789" y="4689588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9" name="Google Shape;69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04725" y="4520225"/>
            <a:ext cx="618862" cy="353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4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Roboto"/>
              <a:buNone/>
              <a:defRPr sz="24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●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●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●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Char char="○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Font typeface="Montserrat"/>
              <a:buChar char="■"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Open Sans"/>
              <a:buNone/>
              <a:defRPr sz="5200" b="0" i="0" u="none" strike="noStrike" cap="non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boto"/>
              <a:buNone/>
              <a:defRPr sz="6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6"/>
          <p:cNvSpPr/>
          <p:nvPr/>
        </p:nvSpPr>
        <p:spPr>
          <a:xfrm rot="5400000">
            <a:off x="1946462" y="2517713"/>
            <a:ext cx="5142825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Arial"/>
              <a:buNone/>
              <a:defRPr sz="42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Roboto"/>
              <a:buNone/>
              <a:defRPr sz="42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Montserrat"/>
              <a:buNone/>
              <a:defRPr sz="21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 rot="10800000" flipH="1">
            <a:off x="0" y="-75"/>
            <a:ext cx="9144000" cy="46959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7"/>
          <p:cNvSpPr/>
          <p:nvPr/>
        </p:nvSpPr>
        <p:spPr>
          <a:xfrm rot="10800000" flipH="1">
            <a:off x="0" y="4622800"/>
            <a:ext cx="9144000" cy="74025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7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ontserrat"/>
              <a:buNone/>
              <a:defRPr sz="12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Arial"/>
              <a:buNone/>
              <a:defRPr sz="120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Font typeface="Roboto"/>
              <a:buNone/>
              <a:defRPr sz="12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3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rgbClr val="002D3C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>
            <a:off x="754475" y="1217444"/>
            <a:ext cx="7635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</a:pP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OPSAREA Open Meeting</a:t>
            </a:r>
            <a:endParaRPr sz="36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754475" y="716111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July 23, 2026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294650" y="4322350"/>
            <a:ext cx="37836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Internet Engineering Task Force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© 2026 IETF Trust 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Production by </a:t>
            </a:r>
            <a:r>
              <a:rPr lang="en-US" sz="1200" dirty="0" err="1">
                <a:latin typeface="Inter"/>
                <a:ea typeface="Inter"/>
                <a:cs typeface="Inter"/>
                <a:sym typeface="Inter"/>
              </a:rPr>
              <a:t>Meetecho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754475" y="3414667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F2CC"/>
                </a:solidFill>
                <a:latin typeface="Inter"/>
                <a:ea typeface="Inter"/>
                <a:cs typeface="Inter"/>
                <a:sym typeface="Inter"/>
              </a:rPr>
              <a:t>This session is being recorded</a:t>
            </a:r>
            <a:endParaRPr sz="2400" dirty="0">
              <a:solidFill>
                <a:srgbClr val="FFF2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100;p19">
            <a:extLst>
              <a:ext uri="{FF2B5EF4-FFF2-40B4-BE49-F238E27FC236}">
                <a16:creationId xmlns:a16="http://schemas.microsoft.com/office/drawing/2014/main" id="{87CFB194-3778-2C13-73F3-088D1012F1B1}"/>
              </a:ext>
            </a:extLst>
          </p:cNvPr>
          <p:cNvSpPr txBox="1"/>
          <p:nvPr/>
        </p:nvSpPr>
        <p:spPr>
          <a:xfrm>
            <a:off x="834942" y="2452347"/>
            <a:ext cx="6331663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OPS ADs: M. Boucadair &amp; M. Jethanandani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Minutes: T. Graf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xfrm>
            <a:off x="401925" y="16350"/>
            <a:ext cx="8523000" cy="602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Note Well</a:t>
            </a:r>
            <a:endParaRPr sz="2400" i="0" u="none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8" name="Google Shape;108;p20"/>
          <p:cNvSpPr txBox="1"/>
          <p:nvPr/>
        </p:nvSpPr>
        <p:spPr>
          <a:xfrm>
            <a:off x="311700" y="740167"/>
            <a:ext cx="8520600" cy="4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By participating in the IETF you agree to follow IETF processes and policies. This Note Well is a reminder </a:t>
            </a:r>
            <a:b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some of those policies. For a linked version of this text, please visit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www.ietf.org/note-well 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or use the QR code below.</a:t>
            </a: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participants are expected to behave in a professional manner and extend respect and courtesy to their colleagues at all times (see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7154: IETF Guidelines for Conduct and IETF Anti-Harassment Policy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 If you have any concerns about behavior, please contact the </a:t>
            </a:r>
            <a:r>
              <a:rPr lang="en-US" sz="1200" i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Ombudsteam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who have a duty of confidentiality and extensive powers to act, as set out in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7776: IETF Anti-Harassment Procedures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If you are aware that any IETF contribution (as defined in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5378: Rights Contributors Provide to the IETF Trust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 is covered by patents or patent applications that are owned or controlled by you, your employer or your sponsor, you must disclose that fact, or not participate in the discussion </a:t>
            </a:r>
            <a:b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(see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8179: Intellectual Property Rights in IETF Technology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detailed process information consult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2026: Internet Standards Process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b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i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2418: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Working Group Guidelines and Procedures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and updates to those.</a:t>
            </a: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The IETF routinely makes public written, audio, video, and photographic records </a:t>
            </a:r>
            <a:b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IETF activities, including your personal information as set out in the </a:t>
            </a:r>
            <a:r>
              <a:rPr lang="en-US" sz="1200" b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Privacy Statement</a:t>
            </a: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endParaRPr sz="12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advice, please talk to Working Group chairs or Area Directors.</a:t>
            </a:r>
            <a:endParaRPr sz="1200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9" name="Google Shape;10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9875" y="3038675"/>
            <a:ext cx="1383300" cy="1383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IETF 126 Meeting Tips</a:t>
            </a:r>
            <a:endParaRPr sz="2400" dirty="0">
              <a:solidFill>
                <a:srgbClr val="FFFFFF"/>
              </a:solidFill>
            </a:endParaRPr>
          </a:p>
        </p:txBody>
      </p:sp>
      <p:sp>
        <p:nvSpPr>
          <p:cNvPr id="115" name="Google Shape;115;p21"/>
          <p:cNvSpPr txBox="1">
            <a:spLocks noGrp="1"/>
          </p:cNvSpPr>
          <p:nvPr>
            <p:ph type="body" idx="1"/>
          </p:nvPr>
        </p:nvSpPr>
        <p:spPr>
          <a:xfrm>
            <a:off x="331800" y="1896950"/>
            <a:ext cx="8480400" cy="27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0000"/>
                </a:solidFill>
              </a:rPr>
              <a:t>In-person participants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>
                <a:solidFill>
                  <a:srgbClr val="000000"/>
                </a:solidFill>
              </a:rPr>
              <a:t>Make sure to sign into the session via Datatracker or the QR Code in this session.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>
                <a:solidFill>
                  <a:srgbClr val="000000"/>
                </a:solidFill>
              </a:rPr>
              <a:t>Use Meetecho (usually the “Meetecho lite”) client to join the queue, show hands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i="1">
                <a:solidFill>
                  <a:srgbClr val="000000"/>
                </a:solidFill>
              </a:rPr>
              <a:t>Keep audio and video off if not using the onsite version.</a:t>
            </a:r>
            <a:endParaRPr sz="1600" b="1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0000"/>
                </a:solidFill>
              </a:rPr>
              <a:t>Remote participants 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>
                <a:solidFill>
                  <a:srgbClr val="000000"/>
                </a:solidFill>
              </a:rPr>
              <a:t>Make sure your audio and video are off unless you are chairing or presenting during a session.</a:t>
            </a:r>
            <a:endParaRPr sz="160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>
                <a:solidFill>
                  <a:srgbClr val="000000"/>
                </a:solidFill>
              </a:rPr>
              <a:t>Use of a headset is strongly recommended.</a:t>
            </a:r>
            <a:endParaRPr sz="160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0000"/>
                </a:solidFill>
              </a:rPr>
              <a:t>All participants</a:t>
            </a:r>
            <a:endParaRPr sz="1600" b="1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>
                <a:solidFill>
                  <a:srgbClr val="000000"/>
                </a:solidFill>
              </a:rPr>
              <a:t>State your name each time you begin speaking in the queue</a:t>
            </a:r>
            <a:endParaRPr sz="160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sz="1600" b="1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endParaRPr sz="1600">
              <a:solidFill>
                <a:srgbClr val="000000"/>
              </a:solidFill>
            </a:endParaRPr>
          </a:p>
        </p:txBody>
      </p:sp>
      <p:sp>
        <p:nvSpPr>
          <p:cNvPr id="116" name="Google Shape;116;p21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117" name="Google Shape;117;p21"/>
          <p:cNvSpPr txBox="1"/>
          <p:nvPr/>
        </p:nvSpPr>
        <p:spPr>
          <a:xfrm>
            <a:off x="1709550" y="218225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FFE599"/>
                </a:solidFill>
                <a:latin typeface="Montserrat"/>
                <a:ea typeface="Montserrat"/>
                <a:cs typeface="Montserrat"/>
                <a:sym typeface="Montserrat"/>
              </a:rPr>
              <a:t>This session is being recorded</a:t>
            </a:r>
            <a:endParaRPr sz="2400">
              <a:solidFill>
                <a:srgbClr val="FFE59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8" name="Google Shape;11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93725" y="3813950"/>
            <a:ext cx="1818475" cy="810300"/>
          </a:xfrm>
          <a:prstGeom prst="rect">
            <a:avLst/>
          </a:prstGeom>
          <a:noFill/>
          <a:ln>
            <a:noFill/>
          </a:ln>
          <a:effectLst>
            <a:outerShdw blurRad="114300" dist="19050" dir="30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272182-2298-B3BA-EF0F-BD3CF25B7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Agenda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06FC20A-2180-E869-9E40-A021643902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0454EA4-34EA-7A9A-5CB2-DD3768FA29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012446"/>
              </p:ext>
            </p:extLst>
          </p:nvPr>
        </p:nvGraphicFramePr>
        <p:xfrm>
          <a:off x="113188" y="1707423"/>
          <a:ext cx="8622240" cy="32263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6660">
                  <a:extLst>
                    <a:ext uri="{9D8B030D-6E8A-4147-A177-3AD203B41FA5}">
                      <a16:colId xmlns:a16="http://schemas.microsoft.com/office/drawing/2014/main" val="1600275397"/>
                    </a:ext>
                  </a:extLst>
                </a:gridCol>
                <a:gridCol w="6007608">
                  <a:extLst>
                    <a:ext uri="{9D8B030D-6E8A-4147-A177-3AD203B41FA5}">
                      <a16:colId xmlns:a16="http://schemas.microsoft.com/office/drawing/2014/main" val="309591012"/>
                    </a:ext>
                  </a:extLst>
                </a:gridCol>
                <a:gridCol w="1657972">
                  <a:extLst>
                    <a:ext uri="{9D8B030D-6E8A-4147-A177-3AD203B41FA5}">
                      <a16:colId xmlns:a16="http://schemas.microsoft.com/office/drawing/2014/main" val="1923418401"/>
                    </a:ext>
                  </a:extLst>
                </a:gridCol>
              </a:tblGrid>
              <a:tr h="465139">
                <a:tc>
                  <a:txBody>
                    <a:bodyPr/>
                    <a:lstStyle/>
                    <a:p>
                      <a:r>
                        <a:rPr lang="en-US" dirty="0"/>
                        <a:t>Time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Presenters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6528461"/>
                  </a:ext>
                </a:extLst>
              </a:tr>
              <a:tr h="273611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Agenda Bashing &amp; Introduction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738235"/>
                  </a:ext>
                </a:extLst>
              </a:tr>
              <a:tr h="273611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State of OPS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TBC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214922"/>
                  </a:ext>
                </a:extLst>
              </a:tr>
              <a:tr h="273611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IP Address Geolocation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Tommy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2706864"/>
                  </a:ext>
                </a:extLst>
              </a:tr>
              <a:tr h="426855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XXX over QUIC: Operational Motivations &amp; Challenges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1471092"/>
                  </a:ext>
                </a:extLst>
              </a:tr>
              <a:tr h="273611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Proposals for ICMP Extensions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1019738"/>
                  </a:ext>
                </a:extLst>
              </a:tr>
              <a:tr h="426855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IRTF/IETF OPS Transfer: Status &amp; Exploring Collaboration Opportunities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Thomas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3373083"/>
                  </a:ext>
                </a:extLst>
              </a:tr>
              <a:tr h="273611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Implementation policy in 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5243978"/>
                  </a:ext>
                </a:extLst>
              </a:tr>
              <a:tr h="330468"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Raven: Opensource BGP Routing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Ritesh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942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018982"/>
      </p:ext>
    </p:extLst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002D3C"/>
      </a:dk1>
      <a:lt1>
        <a:srgbClr val="4285F4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IETF Template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Material">
  <a:themeElements>
    <a:clrScheme name="Material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7222825-62ea-40f3-96b5-5375c07996e2}" enabled="1" method="Privileged" siteId="{90c7a20a-f34b-40bf-bc48-b9253b6f5d2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634</Words>
  <Application>Microsoft Macintosh PowerPoint</Application>
  <PresentationFormat>On-screen Show (16:9)</PresentationFormat>
  <Paragraphs>68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Open Sans Medium</vt:lpstr>
      <vt:lpstr>Arial</vt:lpstr>
      <vt:lpstr>Montserrat</vt:lpstr>
      <vt:lpstr>Open Sans SemiBold</vt:lpstr>
      <vt:lpstr>Inter</vt:lpstr>
      <vt:lpstr>Roboto</vt:lpstr>
      <vt:lpstr>Open Sans</vt:lpstr>
      <vt:lpstr>Material</vt:lpstr>
      <vt:lpstr>IETF Template</vt:lpstr>
      <vt:lpstr>OPSAREA Open Meeting</vt:lpstr>
      <vt:lpstr>Note Well</vt:lpstr>
      <vt:lpstr>IETF 126 Meeting Tips</vt:lpstr>
      <vt:lpstr>Agenda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BOUCADAIR Mohamed INNOV/NET</dc:creator>
  <cp:lastModifiedBy>Mahesh Jethanandani</cp:lastModifiedBy>
  <cp:revision>2</cp:revision>
  <dcterms:modified xsi:type="dcterms:W3CDTF">2026-06-22T16:19:01Z</dcterms:modified>
</cp:coreProperties>
</file>